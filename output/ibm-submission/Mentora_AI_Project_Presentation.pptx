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e0266b3f74b2e" /><Relationship Type="http://schemas.openxmlformats.org/officeDocument/2006/relationships/extended-properties" Target="/docProps/app.xml" Id="R1a79b03abe1e400f" /><Relationship Type="http://schemas.openxmlformats.org/officeDocument/2006/relationships/officeDocument" Target="/ppt/presentation.xml" Id="R27e73c828657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953aff9e7e4f39"/>
  </p:sldMasterIdLst>
  <p:notesMasterIdLst>
    <p:notesMasterId xmlns:r="http://schemas.openxmlformats.org/officeDocument/2006/relationships" r:id="R3be9b0f515744ecf"/>
  </p:notesMasterIdLst>
  <p:sldIdLst>
    <p:sldId xmlns:r="http://schemas.openxmlformats.org/officeDocument/2006/relationships" id="256" r:id="R6328a7bbe61841ca"/>
    <p:sldId xmlns:r="http://schemas.openxmlformats.org/officeDocument/2006/relationships" id="257" r:id="R703b5d4279a84763"/>
    <p:sldId xmlns:r="http://schemas.openxmlformats.org/officeDocument/2006/relationships" id="258" r:id="Rd54adc96a5c44808"/>
    <p:sldId xmlns:r="http://schemas.openxmlformats.org/officeDocument/2006/relationships" id="259" r:id="Re43b1375e5044dff"/>
    <p:sldId xmlns:r="http://schemas.openxmlformats.org/officeDocument/2006/relationships" id="260" r:id="R7940069b69394e22"/>
    <p:sldId xmlns:r="http://schemas.openxmlformats.org/officeDocument/2006/relationships" id="261" r:id="Rd8ec279a13eb4a33"/>
    <p:sldId xmlns:r="http://schemas.openxmlformats.org/officeDocument/2006/relationships" id="262" r:id="R80ee65a900284392"/>
    <p:sldId xmlns:r="http://schemas.openxmlformats.org/officeDocument/2006/relationships" id="263" r:id="Rbdb5af315a784659"/>
    <p:sldId xmlns:r="http://schemas.openxmlformats.org/officeDocument/2006/relationships" id="264" r:id="Rc97edbfde4534758"/>
    <p:sldId xmlns:r="http://schemas.openxmlformats.org/officeDocument/2006/relationships" id="265" r:id="R0f1ba3a3ca46488c"/>
    <p:sldId xmlns:r="http://schemas.openxmlformats.org/officeDocument/2006/relationships" id="266" r:id="Rc1866a60feff41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58a4af88e44a0" /><Relationship Type="http://schemas.openxmlformats.org/officeDocument/2006/relationships/slideMaster" Target="/ppt/slideMasters/slideMaster1.xml" Id="R03953aff9e7e4f39" /><Relationship Type="http://schemas.openxmlformats.org/officeDocument/2006/relationships/notesMaster" Target="/ppt/notesMasters/notesMaster1.xml" Id="R3be9b0f515744ecf" /><Relationship Type="http://schemas.openxmlformats.org/officeDocument/2006/relationships/presProps" Target="/ppt/presProps.xml" Id="Rc9a6c75c7cb74caf" /><Relationship Type="http://schemas.openxmlformats.org/officeDocument/2006/relationships/tableStyles" Target="/ppt/tableStyles.xml" Id="Rec5e410089cd4ce5" /><Relationship Type="http://schemas.openxmlformats.org/officeDocument/2006/relationships/slide" Target="/ppt/slides/slide1.xml" Id="R6328a7bbe61841ca" /><Relationship Type="http://schemas.openxmlformats.org/officeDocument/2006/relationships/slide" Target="/ppt/slides/slide2.xml" Id="R703b5d4279a84763" /><Relationship Type="http://schemas.openxmlformats.org/officeDocument/2006/relationships/slide" Target="/ppt/slides/slide3.xml" Id="Rd54adc96a5c44808" /><Relationship Type="http://schemas.openxmlformats.org/officeDocument/2006/relationships/slide" Target="/ppt/slides/slide4.xml" Id="Re43b1375e5044dff" /><Relationship Type="http://schemas.openxmlformats.org/officeDocument/2006/relationships/slide" Target="/ppt/slides/slide5.xml" Id="R7940069b69394e22" /><Relationship Type="http://schemas.openxmlformats.org/officeDocument/2006/relationships/slide" Target="/ppt/slides/slide6.xml" Id="Rd8ec279a13eb4a33" /><Relationship Type="http://schemas.openxmlformats.org/officeDocument/2006/relationships/slide" Target="/ppt/slides/slide7.xml" Id="R80ee65a900284392" /><Relationship Type="http://schemas.openxmlformats.org/officeDocument/2006/relationships/slide" Target="/ppt/slides/slide8.xml" Id="Rbdb5af315a784659" /><Relationship Type="http://schemas.openxmlformats.org/officeDocument/2006/relationships/slide" Target="/ppt/slides/slide9.xml" Id="Rc97edbfde4534758" /><Relationship Type="http://schemas.openxmlformats.org/officeDocument/2006/relationships/slide" Target="/ppt/slides/slide10.xml" Id="R0f1ba3a3ca46488c" /><Relationship Type="http://schemas.openxmlformats.org/officeDocument/2006/relationships/slide" Target="/ppt/slides/slide11.xml" Id="Rc1866a60feff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9eaae20a6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b206d0ec884e21" /><Relationship Type="http://schemas.openxmlformats.org/officeDocument/2006/relationships/notesMaster" Target="/ppt/notesMasters/notesMaster1.xml" Id="Rcbb73d077dac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1f0692822746b7" /><Relationship Type="http://schemas.openxmlformats.org/officeDocument/2006/relationships/notesMaster" Target="/ppt/notesMasters/notesMaster1.xml" Id="R7dc39f4c838d49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bf2a4c8ce4d21" /><Relationship Type="http://schemas.openxmlformats.org/officeDocument/2006/relationships/notesMaster" Target="/ppt/notesMasters/notesMaster1.xml" Id="R533cf1aa7177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63623964df4b08" /><Relationship Type="http://schemas.openxmlformats.org/officeDocument/2006/relationships/notesMaster" Target="/ppt/notesMasters/notesMaster1.xml" Id="Ref34845b3420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4b33884a5641e3" /><Relationship Type="http://schemas.openxmlformats.org/officeDocument/2006/relationships/notesMaster" Target="/ppt/notesMasters/notesMaster1.xml" Id="R79a170656097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90652667b64bbd" /><Relationship Type="http://schemas.openxmlformats.org/officeDocument/2006/relationships/notesMaster" Target="/ppt/notesMasters/notesMaster1.xml" Id="Raf678ac6f8b7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cf145647444bbe" /><Relationship Type="http://schemas.openxmlformats.org/officeDocument/2006/relationships/notesMaster" Target="/ppt/notesMasters/notesMaster1.xml" Id="R09fa96c9a2104c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9def573f444814" /><Relationship Type="http://schemas.openxmlformats.org/officeDocument/2006/relationships/notesMaster" Target="/ppt/notesMasters/notesMaster1.xml" Id="R75bf05f820f94a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11e152e06c407a" /><Relationship Type="http://schemas.openxmlformats.org/officeDocument/2006/relationships/notesMaster" Target="/ppt/notesMasters/notesMaster1.xml" Id="Rdddb36b7c0674b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bd413e94474c77" /><Relationship Type="http://schemas.openxmlformats.org/officeDocument/2006/relationships/notesMaster" Target="/ppt/notesMasters/notesMaster1.xml" Id="R2bf97b991f2844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cca7e3eb3419a" /><Relationship Type="http://schemas.openxmlformats.org/officeDocument/2006/relationships/notesMaster" Target="/ppt/notesMasters/notesMaster1.xml" Id="R2fa7d6dd47d7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Project framing follows the IBM SkillsBuild Masterclass 5 project discussion and guidelines supplied by the student.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IBM SkillsBuild Masterclass 5 PDF, pages 8 and 11. No external statistics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journey reflects the implemented application flow and the solution categories listed on page 14 of the supplied IBM SkillsBuild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Mentora AI implementation and automated test suite. The status wording distinguishes complete MVP functions from intentionally limited delivery channels.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React, FastAPI, SQLAlchemy, ChromaDB, and provider-adapter design. The agent roles follow page 14 of the supplied IBM SkillsBuild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Mentora AI backend behavior and tests for assessment history, roadmap progression, adaptive quiz difficulty, and user isolation.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the full Lean Canvas delivered with this submission. Categories follow the IBM SkillsBuild Masterclass 5 example, pages 11 to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results recorded on 7 October 2026 in the local project workspace. The live OpenAI provider was not tested because no API key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metric categories reflect page 18 of the supplied IBM SkillsBuild PDF. Boundaries reflect the current implementation and prevent unsupported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recommendation based on the current MVP status. Production deployment and external integrations remain separate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acknowledgement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4feed45a64c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16e37862242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b575011284d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7d8c1db1146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863b4c0f044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4707ff96b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AC80D6-A5B5-4DCE-904D-50229B837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E1961F-5F4A-4553-A070-3CA908D00F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C8CBDC-CA94-475F-963F-F8C0A9F09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E97A7D-DAA4-49F8-9F84-023DE043F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126C04-22CC-4CE8-AB2E-8D1F2B6573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C263FC-3AAC-42D1-AAB1-7366BD6BB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EDA2D0-C62B-434B-A46F-C2FB66930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BCFCC4-54C5-4BA2-B630-FA6ECB4227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609CB3-46AB-4D58-8428-589CE564B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DD2AF6-01F6-4DAA-B5E7-92E6D0F291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1b0da714a4f1a" /><Relationship Type="http://schemas.openxmlformats.org/officeDocument/2006/relationships/slideLayout" Target="/ppt/slideLayouts/slideLayout1.xml" Id="Rc92824551c25435a" /><Relationship Type="http://schemas.openxmlformats.org/officeDocument/2006/relationships/slideLayout" Target="/ppt/slideLayouts/slideLayout2.xml" Id="R52de26defa1f48f6" /><Relationship Type="http://schemas.openxmlformats.org/officeDocument/2006/relationships/slideLayout" Target="/ppt/slideLayouts/slideLayout3.xml" Id="Ra8f9f33fa7e4496b" /><Relationship Type="http://schemas.openxmlformats.org/officeDocument/2006/relationships/slideLayout" Target="/ppt/slideLayouts/slideLayout4.xml" Id="R634e6351bdb2402c" /><Relationship Type="http://schemas.openxmlformats.org/officeDocument/2006/relationships/slideLayout" Target="/ppt/slideLayouts/slideLayout5.xml" Id="R835040700c234e35" /><Relationship Type="http://schemas.openxmlformats.org/officeDocument/2006/relationships/slideLayout" Target="/ppt/slideLayouts/slideLayout6.xml" Id="R6d1f2e0931e645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824551c25435a"/>
    <p:sldLayoutId xmlns:r="http://schemas.openxmlformats.org/officeDocument/2006/relationships" id="2147483650" r:id="R52de26defa1f48f6"/>
    <p:sldLayoutId xmlns:r="http://schemas.openxmlformats.org/officeDocument/2006/relationships" id="2147483651" r:id="Ra8f9f33fa7e4496b"/>
    <p:sldLayoutId xmlns:r="http://schemas.openxmlformats.org/officeDocument/2006/relationships" id="2147483652" r:id="R634e6351bdb2402c"/>
    <p:sldLayoutId xmlns:r="http://schemas.openxmlformats.org/officeDocument/2006/relationships" id="2147483653" r:id="R835040700c234e35"/>
    <p:sldLayoutId xmlns:r="http://schemas.openxmlformats.org/officeDocument/2006/relationships" id="2147483654" r:id="R6d1f2e0931e645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57f9116044c81" /><Relationship Type="http://schemas.openxmlformats.org/officeDocument/2006/relationships/image" Target="/ppt/media/image.png" Id="R8825b850f1cc48fe" /><Relationship Type="http://schemas.openxmlformats.org/officeDocument/2006/relationships/notesSlide" Target="/ppt/notesSlides/notesSlide1.xml" Id="Re4d88e576595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54c9a1f3b4a97" /><Relationship Type="http://schemas.openxmlformats.org/officeDocument/2006/relationships/notesSlide" Target="/ppt/notesSlides/notesSlide2.xml" Id="R94bcad6cce4444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df3e3494447af" /><Relationship Type="http://schemas.openxmlformats.org/officeDocument/2006/relationships/notesSlide" Target="/ppt/notesSlides/notesSlide3.xml" Id="Rd714f0c2a321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b1604bacc41a3" /><Relationship Type="http://schemas.openxmlformats.org/officeDocument/2006/relationships/notesSlide" Target="/ppt/notesSlides/notesSlide4.xml" Id="Rf88ac1dd6f14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665d4a5d246c9" /><Relationship Type="http://schemas.openxmlformats.org/officeDocument/2006/relationships/notesSlide" Target="/ppt/notesSlides/notesSlide5.xml" Id="R10d9ee32c6ff43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1e68827ce49db" /><Relationship Type="http://schemas.openxmlformats.org/officeDocument/2006/relationships/notesSlide" Target="/ppt/notesSlides/notesSlide6.xml" Id="R2bc9ac0df1dc41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70cd1b1f44c91" /><Relationship Type="http://schemas.openxmlformats.org/officeDocument/2006/relationships/notesSlide" Target="/ppt/notesSlides/notesSlide7.xml" Id="R0a3852484563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b93bf1ddb4ce2" /><Relationship Type="http://schemas.openxmlformats.org/officeDocument/2006/relationships/notesSlide" Target="/ppt/notesSlides/notesSlide8.xml" Id="Re12b50c5147d4e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03ef2570e40f8" /><Relationship Type="http://schemas.openxmlformats.org/officeDocument/2006/relationships/notesSlide" Target="/ppt/notesSlides/notesSlide9.xml" Id="Rcbf7a47e483549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b883889704643" /><Relationship Type="http://schemas.openxmlformats.org/officeDocument/2006/relationships/notesSlide" Target="/ppt/notesSlides/notesSlide10.xml" Id="Rbca1a5a8d2ad4c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0d26d323a4e8e" /><Relationship Type="http://schemas.openxmlformats.org/officeDocument/2006/relationships/notesSlide" Target="/ppt/notesSlides/notesSlide11.xml" Id="Rdfa451c5ab0f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CEDB9-F756-4132-A27D-394257D4C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5b850f1cc48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55359-B422-4974-8BA1-F2511F44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09B93-9F02-4A14-BE8A-AE085E8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3C088-D030-4E93-B89F-87592CD0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 learning and career guidance for 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B2C6F-65B9-499A-99A4-57CA465F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B9C73-E7B6-4C33-A63D-2F445278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CFF"/>
                </a:solidFill>
                <a:latin typeface="Aptos"/>
                <a:ea typeface="Aptos"/>
                <a:cs typeface="Aptos"/>
              </a:rPr>
              <a:t>IBM SkillsBuild for Academia internship project</a:t>
            </a:r>
          </a:p>
          <a:p xmlns:a="http://schemas.openxmlformats.org/drawingml/2006/main"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CFF"/>
                </a:solidFill>
                <a:latin typeface="Aptos"/>
                <a:ea typeface="Aptos"/>
                <a:cs typeface="Aptos"/>
              </a:rPr>
              <a:t>SDG 4 Quality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C9D9A-0864-45B0-873A-1861E87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Working web MVP</a:t>
            </a:r>
          </a:p>
        </p:txBody>
      </p:sp>
    </p:spTree>
    <p:extLst>
      <p:ext uri="{BB962C8B-B14F-4D97-AF65-F5344CB8AC3E}">
        <p14:creationId xmlns:p14="http://schemas.microsoft.com/office/powerpoint/2010/main" val="27615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57F67-B9C2-4D2D-966C-0CC7054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student learning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4C5AB-4644-4EAF-9174-08DF2933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Students can access content but still lack a coherent path and persistent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B9131-EF62-46F8-828B-BB062BA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790AA-5C9C-4B70-993B-866366C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Learning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D22DD-79CA-49F6-B959-C9AB686A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09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Resources are scattered across course platforms, videos, search, and chat tools.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Static courses rarely adapt to a student's career goal or changing performance.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Weak topics, project evidence, and career preparation remain disconnected.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Rapid AI change makes learning material age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E2E9C-4B55-4AA7-905E-38674A0A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4335D-CCC4-440B-A26F-D7F5DCB6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6016D-2644-4E0F-BABB-8ACB3866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How can one system learn from each student's evidence and guide the next useful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60E3A-5DDE-4026-83C4-99E7C52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SDG 4 focuses the project on relevant, effective learning rather than content volume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14950-7922-4C0F-A6AD-7C67EA4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FB820-0E83-4304-B075-5287C495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330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CCE3D-14E6-4907-817F-5637C4D3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Mentora learner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987DE-D11F-4D78-874C-1D82D2B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 single evidence trail connects goals, learning, practice, and career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D86D5-4A25-4846-A7DC-3AA7951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BC64-9FA9-4E7B-A576-895B3222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D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D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D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96E2A-54A0-4831-B213-F5DE59FD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67601-ECF2-4412-B8A3-F8488710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Goal, skills, experience, study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89921-AA4D-44AA-932B-237B091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E0593-88B7-4DF8-9B76-05CBDB8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0869C-B995-449F-BFEF-A556BE1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Assess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88192-01D1-4224-B586-CDD18B2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Topic scores and weak areas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35293-704E-4A45-BCB0-A853EEC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CA843-CB5E-4D8A-9E7D-8A3506C0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C4DE5-8F55-4EFC-9A82-3EDA1C40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25DF5-140C-4242-8DDC-99A09714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Ordered modules and unlocking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CDE94-7612-477A-9E2D-A4C7CBD3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5B80F-D05B-476D-BBE5-52B4072A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20CD4-0BB0-4790-84C4-4EEA4EA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F921E-79CF-451F-A1D4-9791746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Grounded mentor and adaptive quizzes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EE682-D29E-4C71-935E-83BE0D0B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55C12-6F68-4522-BC29-2EC4EB81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5AA00-ECF9-4D1C-BC5D-B0C359CE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4920C-2C5C-4F64-AE1C-2FC93DC5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Projects, career gaps,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44459-64E6-40C3-BA37-4696F72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91797-F167-48C4-83B3-B663666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Every completed activity updates the learner record used by the dashboard, roadmap, quizzes, and career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0BB78-AC8F-4A0B-8E70-97B71122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43DFB-5B26-47B3-8B8A-01B735ED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8270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FCA42-D795-4A45-9644-1DA888C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Implemented MVP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98AB2-BCEC-4902-AB52-C983A8D5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submission demonstrates a working product rather than a concept-only mock-up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E6A0F-B2B2-45AB-9472-EB789330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C7E3-53C1-4C26-B822-F56E0963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9D361-3573-40B8-A474-7990492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What the learner receives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15FDE-93F5-4C61-A10A-00E0503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22894-8265-402F-9BC4-935B1BD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FF7B9-7968-4F6B-A954-35F7939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Personalized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5C6B2-F240-41C3-B7D2-352FE92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Career-aware assessment and sequenced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56BFA-C8B4-4258-A363-EC02DBF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00988-F5ED-41F8-9CFB-127F1322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AI tutor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9A5E-D3DF-43D0-8BC4-7D21AFB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Intent routing, learner context, and grounded local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3DE37-DE55-440E-A264-F8A1756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DDDD0-DCED-4DB8-A31C-4693C34B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C03B2-85CC-4294-90EC-D5E4C5F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Adaptive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0153-4BD8-4C5A-8B77-8D3F4CA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Scored quizzes, explanations, history, next difficulty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DA626-8D2C-4B0D-9C6E-81E06BC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36923-031B-46AF-A79E-5D8BA64C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Career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75DE0-5946-4E5E-B63B-129FEA10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Skill gaps, certifications, interview preparation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42659-8C27-4391-BC00-76A8AEB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403E8-6D9A-4BC9-A423-A8FB00E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A4942-077B-4F6D-96B8-310411BE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Projects and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17854-0F70-413A-BFF6-C2770FB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Ranked projects, progress, activity, streaks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F62FE-E0B0-4F22-B3A2-D9DEB5D1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03CD1-5E3D-4FA1-8673-4FEF413E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Reminders and updates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8EF66-F727-4574-9E87-51189004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In-app reminders and curated research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D9B73-82E6-48C5-B35A-488365B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10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2860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286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8600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2C4226-BD17-4148-8F0C-17543111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EB20C-FD2F-4C53-83D4-9315985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4464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930C6-93DE-4671-9198-1C4E8AB1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Agentic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230FC-58BB-42F3-A18C-8377A394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One orchestrator selects a specialist and keeps the learner record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A8F-88BB-4038-BDB4-DA20E1B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831C0-BFAC-4A08-B434-900421C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051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Learner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B2C6E-266E-418D-88D4-43B20260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6B39E-3446-40CD-9512-5DE93CEC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A9445-78D8-49AC-88CD-3FE26D7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Intent + profile + retrieved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26E04-D17D-4080-91B4-B67D0E6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7D79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84F75-CFBF-4B9B-AC6F-00232F1E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F6F8E-F1C0-4C7A-B5DD-EE2C1A1E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DC8B3-E8D8-4019-9371-8AE1FA65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Master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A02C8-DBBB-442A-BF7D-C662F4F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D1C23-8E6E-4CAC-8F2E-9A3CEFE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Career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A935-A005-43A1-B215-F64FCAD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C5FF1-E932-4A62-9EC9-F0FA5B1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7D56B-AB6D-447D-8E6F-271E249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AEAF1-2760-40B4-8EE4-A127C75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D41A5-D388-4811-8C64-B5A8FA79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73FFB-E8C7-484C-B9AB-833C88AA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14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B7660-86EE-44BD-850F-F568ECB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9560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2EE7B-0C20-45CF-B336-A48165D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95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202E9-B8B4-403F-BF4F-54F57AB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React interface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5EC60D-9EDD-41AB-892F-F3C809B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FastAPI + JWT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70943-BC6C-45E8-8EF0-5C5F7FE6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SQL database + ChromaDB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B106A-2193-4210-AE15-0083D5D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8193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4D854-72FF-4922-A407-6DA21B75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Personalization uses learner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F3029-967A-47E6-AE18-251F8DD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Each cycle changes the next recommendation instead of resetting the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F06DE-D92E-4158-ACAA-A95F19B6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C2BFE-A140-4CE6-97BA-73BAA5E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7F85A-505A-4F8B-8E04-B8EAF56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9A053-A195-4141-80C2-6484EC7A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34278-A117-4ED4-92BB-3336203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Career goal and prior 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E336E-1481-4881-8691-921A5531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A79DD-E290-4A95-B630-B2B6B3A0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09B4D-98AD-4963-BEAB-D0A6CCD8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90C8C-6DE1-4173-9BD1-8DFBCA3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F408B-864C-4D22-97C3-1AE5B13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Assessment and quiz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D860E-C228-4123-9B43-1A0ACB1A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0815-DE9D-49C1-88B9-44EC573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BE581-7D49-4843-B933-5F853C2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05002-86E8-4B29-8FAD-1554E3DB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Adapt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623AC-9C53-41DE-B3CA-9EE9A7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Weak topics and difficulty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637F5-00A3-4B18-AA28-0DB03010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E9087-63C8-4818-9B4F-E1B3874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F32B6-9BB6-4F49-8C13-CC95046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F3C00-A948-4C12-A003-0C1E18AB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9834E-FA88-4E5A-8AA5-772F400E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Roadmap and project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F0C89-E2F1-4684-ABD4-2A5DB5DB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338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The backend owns scores, unlocking, progress, and history. This prevents the interface from fabricating learner state.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74D04-D223-4467-B4DA-56FE7D1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ECA74-82F0-45DA-86FB-002E5F4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3063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8AFB7-3D71-43A3-B9A6-8D867A5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Lean Canvas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0EC3A-3260-4778-A740-ACB5F288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project can start as a student pilot and expand only after learning outcomes are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A0605-8928-4B59-8C2A-56E4B6D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98E9-9149-411C-BEC9-78152E7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F68D9-94D9-4910-8DAE-1C64D860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Scattered resources, static paths, weak accountability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0D944-8C14-4BAA-8C30-135E5552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B5D1A-AC75-4125-A29F-1A3A2BD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00215-DC99-42FE-B8F0-C5A225D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students, AI learners, institutions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40543-934C-4B6C-BB1A-5581D71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33E86-F9BC-437D-A64A-D2703D5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47977-918E-4BC3-B57D-7A4854A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One evidence trail across learning and career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C77DA-709A-4A4C-B750-CC6679A0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DDCDB-BC09-4FBC-912E-8787B409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Roadmaps, tutor, adaptive quizzes, projects, reminders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73A5-CCC3-417D-91B2-F55F573F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908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84191-74DC-4024-B70E-C7B16DC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889B6-DC38-43E4-81B4-2E07A11F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pilots, SkillsBuild communities, 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F2C84-637E-401C-91DD-FB036533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908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BDF02-5CE5-42CE-874B-F06F1C26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2F9B2-049A-4543-8F78-A1F7363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Completion, quiz improvement, active days, projects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BF4D6-0EC9-477E-961B-FE17E60E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Costs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A55A1-49D2-4936-B486-69C0026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Models, storage, hosting, validation, product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DA967-09C6-4201-91F9-98EAEB5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D102D-2760-44E4-BE17-FF644D4A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2AE52-3C71-4357-92CA-78E443C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Freemium, premium mentor, institutional licenses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F3414-ED48-4377-A4EC-20F55AB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0857B-B173-4AEE-A6EA-6356AF79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Advantage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F1C292-29D0-444A-A99B-6CD4031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Working agentic MVP with grounded local retrieval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6F67F-2262-49D8-91C1-9CB815CD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21DC0-676F-43EC-8667-49AD0349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644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43760-67A2-4D65-8373-BF9CCEC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Prototype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636F5-874C-4007-B8D0-81A911C5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Automated and browser checks cover the complete local learner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1FF3F-7039-4636-9387-5475FAE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CA449-EFEB-4D35-AC03-C3366E9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D5B7A-A6BC-4DFA-BD30-7581D95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DD642-0BC6-48C7-8A2A-5FBDA4B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F5C62-9BD7-4636-A2E2-FCCC642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frontend unit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9E111-FA4B-4552-B1AC-2881D76B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47850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22ABC-92DA-4557-AB10-090492B3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Lint, TypeScript, and production build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Authenticated API smoke test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Grounded Tutor retrieval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Browser login, dashboard, and mentor flow 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3F1CF-1A6E-4EB0-A7D7-2C45BD89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A0E6A-671B-4013-86F1-EE85CCD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278E8-06F4-47B8-94E1-BA5AF6AE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Login   Assessment   Roadmap   Ask Tutor   Adaptive Quiz   Career and Projects  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6824B-5B6C-435F-A492-21BD26E7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demo provider keeps every core flow available offline. Live model mode remains optional.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20AA2-45C8-4554-B853-77F4101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6272-0D67-4BFB-B610-F7330649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5278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D14B9-50F2-4CEB-9A22-179E7C2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measures and responsible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9F491-5E33-407F-8E41-92842F38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A pilot should measure learning outcomes before expanding delivery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4E334-158C-4F7C-BC7A-FB80136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DB5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DB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DB5FF"/>
                </a:solidFill>
                <a:latin typeface="Aptos"/>
                <a:ea typeface="Aptos"/>
                <a:cs typeface="Aptos"/>
              </a:rPr>
              <a:t>Pilot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F3A6C-A845-4DCA-A313-1F1A1FC1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completion by learner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improvement by topic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learning days and streaks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progress and learner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ED38F-7A3F-432E-8F6A-351BD781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8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2E19F-59E0-4622-97A0-2FB3CDC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2BE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42BE6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BE65"/>
                </a:solidFill>
                <a:latin typeface="Aptos"/>
                <a:ea typeface="Aptos"/>
                <a:cs typeface="Aptos"/>
              </a:rPr>
              <a:t>Current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AC491-4EFF-4913-AF56-2E3DDE49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updates are curated, not live crawled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Reminders stay inside the application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model mode requires a configured key and evaluation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Mobile, LMS, payments, and marketplaces remain 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2C0B2-AB1F-4C73-A95B-6DD84F0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Mentora AI is an internship project, not an official IBM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3ACC-CDDF-425C-B433-C5D02270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1273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E1B98-38FA-4EEA-9DB1-5B6912A7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Mentora AI demonstrates the complete local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2500D-BEB5-4227-8D2B-772FA4BB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A student can move from career goal to assessment, roadmap, grounded support, adaptive practice, project evidence, and measurable progress in one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3359-0528-433F-8F5D-6D12C7C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54E1C-1684-4ECD-A309-D9CCCF3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Next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ECD20-CB40-4B3E-AE23-81B93EE0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Run a small student pilot, evaluate learning outcomes, and harden the platform before adding external messaging or institutional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AAC94-5B7A-4A24-8E1D-991DB47D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4856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49F2-1AFE-4FAD-BE88-9E2516A8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8ED2-A7D0-4275-BCC7-A1B8916C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8B769-1585-46DD-B39B-830AE11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BFD4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BFD4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FD4FF"/>
                </a:solidFill>
                <a:latin typeface="Aptos Display"/>
                <a:ea typeface="Aptos Display"/>
                <a:cs typeface="Aptos Display"/>
              </a:rPr>
              <a:t>Mentora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B5A7D-6885-4972-9AFF-C5419094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IBM SkillsBuild for Academia internship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67FC7-3CD1-4008-AF42-219077E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93221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2026-10-09T03:41:07.0450000Z</dcterms:created>
  <dcterms:modified xsi:type="dcterms:W3CDTF">2026-10-09T03:41:07.0450000Z</dcterms:modified>
</coreProperties>
</file>