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214ad1bc764387" /><Relationship Type="http://schemas.openxmlformats.org/officeDocument/2006/relationships/extended-properties" Target="/docProps/app.xml" Id="R689d811e04d84d76" /><Relationship Type="http://schemas.openxmlformats.org/officeDocument/2006/relationships/officeDocument" Target="/ppt/presentation.xml" Id="R4096c83f3ec141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3c8d06f73646e6"/>
  </p:sldMasterIdLst>
  <p:notesMasterIdLst>
    <p:notesMasterId xmlns:r="http://schemas.openxmlformats.org/officeDocument/2006/relationships" r:id="R7bb9a1bdd6444c24"/>
  </p:notesMasterIdLst>
  <p:sldIdLst>
    <p:sldId xmlns:r="http://schemas.openxmlformats.org/officeDocument/2006/relationships" id="256" r:id="Ra77cf61eb2924a62"/>
    <p:sldId xmlns:r="http://schemas.openxmlformats.org/officeDocument/2006/relationships" id="257" r:id="R721b326799164e90"/>
    <p:sldId xmlns:r="http://schemas.openxmlformats.org/officeDocument/2006/relationships" id="258" r:id="R94a860168300467a"/>
    <p:sldId xmlns:r="http://schemas.openxmlformats.org/officeDocument/2006/relationships" id="259" r:id="R19dbbea8532f4544"/>
    <p:sldId xmlns:r="http://schemas.openxmlformats.org/officeDocument/2006/relationships" id="260" r:id="R469f8d40a98d47f3"/>
    <p:sldId xmlns:r="http://schemas.openxmlformats.org/officeDocument/2006/relationships" id="261" r:id="R93426d1d0e444eeb"/>
    <p:sldId xmlns:r="http://schemas.openxmlformats.org/officeDocument/2006/relationships" id="262" r:id="Rc6983fb3c63d4416"/>
    <p:sldId xmlns:r="http://schemas.openxmlformats.org/officeDocument/2006/relationships" id="263" r:id="R917fb398760c4fa8"/>
    <p:sldId xmlns:r="http://schemas.openxmlformats.org/officeDocument/2006/relationships" id="264" r:id="R4edd80267f10408e"/>
    <p:sldId xmlns:r="http://schemas.openxmlformats.org/officeDocument/2006/relationships" id="265" r:id="Rdc143e4decaf4c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b686e4c1d48c8" /><Relationship Type="http://schemas.openxmlformats.org/officeDocument/2006/relationships/slideMaster" Target="/ppt/slideMasters/slideMaster1.xml" Id="Rcd3c8d06f73646e6" /><Relationship Type="http://schemas.openxmlformats.org/officeDocument/2006/relationships/notesMaster" Target="/ppt/notesMasters/notesMaster1.xml" Id="R7bb9a1bdd6444c24" /><Relationship Type="http://schemas.openxmlformats.org/officeDocument/2006/relationships/presProps" Target="/ppt/presProps.xml" Id="R27548242732e490a" /><Relationship Type="http://schemas.openxmlformats.org/officeDocument/2006/relationships/tableStyles" Target="/ppt/tableStyles.xml" Id="Ra0ac8cade9c9426e" /><Relationship Type="http://schemas.openxmlformats.org/officeDocument/2006/relationships/slide" Target="/ppt/slides/slide1.xml" Id="Ra77cf61eb2924a62" /><Relationship Type="http://schemas.openxmlformats.org/officeDocument/2006/relationships/slide" Target="/ppt/slides/slide2.xml" Id="R721b326799164e90" /><Relationship Type="http://schemas.openxmlformats.org/officeDocument/2006/relationships/slide" Target="/ppt/slides/slide3.xml" Id="R94a860168300467a" /><Relationship Type="http://schemas.openxmlformats.org/officeDocument/2006/relationships/slide" Target="/ppt/slides/slide4.xml" Id="R19dbbea8532f4544" /><Relationship Type="http://schemas.openxmlformats.org/officeDocument/2006/relationships/slide" Target="/ppt/slides/slide5.xml" Id="R469f8d40a98d47f3" /><Relationship Type="http://schemas.openxmlformats.org/officeDocument/2006/relationships/slide" Target="/ppt/slides/slide6.xml" Id="R93426d1d0e444eeb" /><Relationship Type="http://schemas.openxmlformats.org/officeDocument/2006/relationships/slide" Target="/ppt/slides/slide7.xml" Id="Rc6983fb3c63d4416" /><Relationship Type="http://schemas.openxmlformats.org/officeDocument/2006/relationships/slide" Target="/ppt/slides/slide8.xml" Id="R917fb398760c4fa8" /><Relationship Type="http://schemas.openxmlformats.org/officeDocument/2006/relationships/slide" Target="/ppt/slides/slide9.xml" Id="R4edd80267f10408e" /><Relationship Type="http://schemas.openxmlformats.org/officeDocument/2006/relationships/slide" Target="/ppt/slides/slide10.xml" Id="Rdc143e4decaf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2eb1e64a8341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96968fbff49c0" /><Relationship Type="http://schemas.openxmlformats.org/officeDocument/2006/relationships/notesMaster" Target="/ppt/notesMasters/notesMaster1.xml" Id="R201c58a49df84a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5b662a47443b5" /><Relationship Type="http://schemas.openxmlformats.org/officeDocument/2006/relationships/notesMaster" Target="/ppt/notesMasters/notesMaster1.xml" Id="R44c8c7e1651140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ad8dcf35b414f" /><Relationship Type="http://schemas.openxmlformats.org/officeDocument/2006/relationships/notesMaster" Target="/ppt/notesMasters/notesMaster1.xml" Id="R9c223f3e614c4e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7d4fd80b4c420d" /><Relationship Type="http://schemas.openxmlformats.org/officeDocument/2006/relationships/notesMaster" Target="/ppt/notesMasters/notesMaster1.xml" Id="R5d0dcc8539f64d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045d8b8b4f4a98" /><Relationship Type="http://schemas.openxmlformats.org/officeDocument/2006/relationships/notesMaster" Target="/ppt/notesMasters/notesMaster1.xml" Id="R7a42420054204f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5dd8dc9c24daa" /><Relationship Type="http://schemas.openxmlformats.org/officeDocument/2006/relationships/notesMaster" Target="/ppt/notesMasters/notesMaster1.xml" Id="Raa6689e7400e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5952813db46e2" /><Relationship Type="http://schemas.openxmlformats.org/officeDocument/2006/relationships/notesMaster" Target="/ppt/notesMasters/notesMaster1.xml" Id="R3faa1aa2555940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da6a6efc9c4765" /><Relationship Type="http://schemas.openxmlformats.org/officeDocument/2006/relationships/notesMaster" Target="/ppt/notesMasters/notesMaster1.xml" Id="Rb0012e2f8efd46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bb58b614fa4dc3" /><Relationship Type="http://schemas.openxmlformats.org/officeDocument/2006/relationships/notesMaster" Target="/ppt/notesMasters/notesMaster1.xml" Id="Ra44c475f05954f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1324d9b584b81" /><Relationship Type="http://schemas.openxmlformats.org/officeDocument/2006/relationships/notesMaster" Target="/ppt/notesMasters/notesMaster1.xml" Id="R69f7c3d3e6564e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illustration generated for this presentation. Project framing follows the IBM SkillsBuild Masterclass 5 project discussion and guidelines supplied by the student.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IBM SkillsBuild Masterclass 5 PDF, pages 8 and 11. No external statistics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journey reflects the implemented application flow and the solution categories listed on page 14 of the supplied IBM SkillsBuild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Mentora AI implementation and automated test suite. The status wording distinguishes complete MVP functions from intentionally limited delivery channels.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React, FastAPI, SQLAlchemy, ChromaDB, and provider-adapter design. The agent roles follow page 14 of the supplied IBM SkillsBuild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Mentora AI backend behavior and tests for assessment history, roadmap progression, adaptive quiz difficulty, and user isolation.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from the full Lean Canvas delivered with this submission. Categories follow the IBM SkillsBuild Masterclass 5 example, pages 11 to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results recorded on 7 October 2026 in the local project workspace. The live OpenAI provider was not tested because no API key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metric categories reflect page 18 of the supplied IBM SkillsBuild PDF. Boundaries reflect the current implementation and prevent unsupported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recommendation based on the current MVP status. Production deployment and external integrations remain separate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10c4adc29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3a0c2b0884087" /><Relationship Type="http://schemas.openxmlformats.org/officeDocument/2006/relationships/slideLayout" Target="/ppt/slideLayouts/slideLayout1.xml" Id="R96b3089d97f9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3089d97f9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48c077ece4fe4" /><Relationship Type="http://schemas.openxmlformats.org/officeDocument/2006/relationships/image" Target="/ppt/media/image.png" Id="R9c21b169606541b6" /><Relationship Type="http://schemas.openxmlformats.org/officeDocument/2006/relationships/notesSlide" Target="/ppt/notesSlides/notesSlide1.xml" Id="R645d9e17b3eb45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d74343037453e" /><Relationship Type="http://schemas.openxmlformats.org/officeDocument/2006/relationships/notesSlide" Target="/ppt/notesSlides/notesSlide2.xml" Id="R68a82eb2b47b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541b5f35a46c5" /><Relationship Type="http://schemas.openxmlformats.org/officeDocument/2006/relationships/notesSlide" Target="/ppt/notesSlides/notesSlide3.xml" Id="R7be01462aee1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1521e15134885" /><Relationship Type="http://schemas.openxmlformats.org/officeDocument/2006/relationships/notesSlide" Target="/ppt/notesSlides/notesSlide4.xml" Id="R6882bbad92cf4b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72fa04b3141b0" /><Relationship Type="http://schemas.openxmlformats.org/officeDocument/2006/relationships/notesSlide" Target="/ppt/notesSlides/notesSlide5.xml" Id="R24e9155b18dc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ddb273bb54259" /><Relationship Type="http://schemas.openxmlformats.org/officeDocument/2006/relationships/notesSlide" Target="/ppt/notesSlides/notesSlide6.xml" Id="Rd219628f952244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738ba1ca5445b" /><Relationship Type="http://schemas.openxmlformats.org/officeDocument/2006/relationships/notesSlide" Target="/ppt/notesSlides/notesSlide7.xml" Id="Rd49438ed7752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f2e1db8c84df1" /><Relationship Type="http://schemas.openxmlformats.org/officeDocument/2006/relationships/notesSlide" Target="/ppt/notesSlides/notesSlide8.xml" Id="Rc6be61d6fee64b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9df1962ca4cab" /><Relationship Type="http://schemas.openxmlformats.org/officeDocument/2006/relationships/notesSlide" Target="/ppt/notesSlides/notesSlide9.xml" Id="R46c90b1f0f64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a25e23af745fc" /><Relationship Type="http://schemas.openxmlformats.org/officeDocument/2006/relationships/notesSlide" Target="/ppt/notesSlides/notesSlide10.xml" Id="Re22d7b9fc79c41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1b169606541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4F076-1C7D-4DCE-B161-E34B189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BB4DF-D2D0-41FD-AB0A-E324261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A95E2-617D-47F1-8911-B892264A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Agentic learning and career guidance for 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9F913-B019-465E-AE04-73E61B11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89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A799C-71C5-4661-9880-3DC6D76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C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ECFF"/>
                </a:solidFill>
                <a:latin typeface="Aptos"/>
                <a:ea typeface="Aptos"/>
                <a:cs typeface="Aptos"/>
              </a:rPr>
              <a:t>IBM SkillsBuild for Academia internship project</a:t>
            </a:r>
          </a:p>
          <a:p xmlns:a="http://schemas.openxmlformats.org/drawingml/2006/main">
            <a:pPr algn="l">
              <a:defRPr sz="1350" b="0">
                <a:solidFill>
                  <a:srgbClr val="E6EC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ECFF"/>
                </a:solidFill>
                <a:latin typeface="Aptos"/>
                <a:ea typeface="Aptos"/>
                <a:cs typeface="Aptos"/>
              </a:rPr>
              <a:t>SDG 4 Quality Education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CED22-CE48-4E6C-B23F-807635C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Working web MVP</a:t>
            </a:r>
          </a:p>
        </p:txBody>
      </p:sp>
    </p:spTree>
    <p:extLst>
      <p:ext uri="{BB962C8B-B14F-4D97-AF65-F5344CB8AC3E}">
        <p14:creationId xmlns:p14="http://schemas.microsoft.com/office/powerpoint/2010/main" val="1426544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A8EF2-B481-4E52-8564-AA068A69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The student learning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83215-0900-4E4D-A54E-B26C3751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Students can access content but still lack a coherent path and persistent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5B1CC-14B7-4AB3-8AE2-A8705DF7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92E77-1591-47C6-BA47-213E43C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Learning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B414A-7124-43DF-80AB-3BA879E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09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Resources are scattered across course platforms, videos, search, and chat tools.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Static courses rarely adapt to a student's career goal or changing performance.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Weak topics, project evidence, and career preparation remain disconnected.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80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82033"/>
                </a:solidFill>
                <a:latin typeface="Aptos"/>
                <a:ea typeface="Aptos"/>
                <a:cs typeface="Aptos"/>
              </a:rPr>
              <a:t>Rapid AI change makes learning material age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5B1D1-1F86-4B8B-986B-9FACE650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4D0F9-9918-4870-9BA9-D5690EC6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F2C59-2FBF-4C1D-BB10-347BB466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How can one system learn from each student's evidence and guide the next useful action?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DCD4B-1218-458B-A742-F7213226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SDG 4 focuses the project on relevant, effective learning rather than content volume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359FF-2FF6-4CDA-ACC9-F8B96D0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D165F-F3F1-4A0D-9E2D-D3EE4A97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9283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5B809-DDAF-433B-8795-46CCB2A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The Mentora learner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E734E-B8B3-44C7-B248-5025A506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 single evidence trail connects goals, learning, practice, and career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435FD-8857-4EAE-B877-7E445CAE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31F1C-26C0-42A4-B0DE-9D8D0152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D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7D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8E9A8-784F-42A6-9D08-AAC25456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024EF-4F50-433F-B107-5DEADB73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Goal, skills, experience, study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E6748-484B-4103-980A-62ABEBA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A9F07-09A1-4DA0-A8F8-832D7504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984BA-400B-4F08-A431-1C7D948E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Assess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8E504-C163-4AFF-A57F-253C6308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Topic scores and weak areas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9FC43-D78B-47BA-9DA5-74B3C784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F47DF-DF53-4614-8C3C-A75472AC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67FD3-5137-4A77-9DA4-C2B8969E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8F16B-BB88-4383-AFE2-B6D7BDFA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Ordered modules and unlocking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A89ED-37C5-44E3-B7BD-9A87D619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06B8B-0D8E-480F-91FB-06596DAE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EDD03-D9AE-40F9-8990-BA9EAB55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06BB2-1238-4D54-AA6E-4BB70636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Grounded mentor and adaptive quizzes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EE6AE-762A-4935-82A2-1CEA4F9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3777F-0111-4336-A81A-5C98B701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47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2521A-E2CE-4701-883F-81A42F1E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6289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32B6E-0CAE-4EBB-B7D8-3102693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43250"/>
            <a:ext cx="1790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Projects, career gaps,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BB671-DDFB-44A6-B0FB-9A50EDBB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1CA06-B353-46CA-87E7-8C6CDCA7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033"/>
                </a:solidFill>
                <a:latin typeface="Aptos"/>
                <a:ea typeface="Aptos"/>
                <a:cs typeface="Aptos"/>
              </a:rPr>
              <a:t>Every completed activity updates the learner record used by the dashboard, roadmap, quizzes, and career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D525F-6B86-47C3-81AB-21622F2F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BE742-7E59-496C-A46E-2450D2C4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6232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87F052-52F6-4C10-B21D-6066E9FB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Implemented MVP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73B2A-B58E-43EC-A4B9-458B35DE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submission demonstrates a working product rather than a concept-only mock-up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D5B9B-6695-42DF-94F8-A8A22C25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D7F53-9DC9-4A7F-A09E-3A72D830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BC6F2-F0AD-4BF3-A08E-BC604CD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What the learner receives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6E302-99F6-492D-AB1A-7B55D8D9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A2259-6A4C-4714-B960-FC3A6EDF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0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3401E-DD43-4EB1-B3AF-0B5A296A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Personalized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9F01A-0983-4260-A66E-1726C10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Career-aware assessment and sequenced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95365-73A8-4385-8BC4-F419A887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080D8-24A3-47BE-BDD9-208B1011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AI tutor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18407-AC39-4BA3-8EDF-F6C26A8B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Intent routing, learner context, and grounded local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216DE-DE2E-437C-9635-C1390A1D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C1822-C09F-44BC-862E-80E3995A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090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1926A-E109-428D-B854-2BFB53F8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Adaptive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B3BB0-4660-4F44-AF0B-274BD47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Scored quizzes, explanations, history, next difficulty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C9846-3039-4A72-BFDD-B42CE18C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2A27C-6BED-4BB9-8658-118FEE90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Career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27779-8335-4E0C-97C6-8548B77E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Skill gaps, certifications, interview preparation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D21B5-32D7-48B9-8FAC-1F9A36D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E45FA-BBB8-4D5C-93F3-136E840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1090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B03AB-63E8-4488-90D9-E2576E93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Projects and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B84C0-429F-4C68-80B5-D1C44AB3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Ranked projects, progress, activity, streaks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CAE50-B101-40BD-B528-1596D3D1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80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803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920D2-1D58-4833-A2FA-E758A2BB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Reminders and updates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96E75-475F-4B92-8FE1-2995E5CF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1020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In-app reminders and curated research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96A5A-F135-40D9-91A5-71F863C0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10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86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8600"/>
                </a:solidFill>
                <a:latin typeface="Aptos"/>
                <a:ea typeface="Aptos"/>
                <a:cs typeface="Aptos"/>
              </a:rPr>
              <a:t>MVP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8C1C6-CEA3-45B7-BD54-8657AB9A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8A30A2-FE7F-4B14-855D-ED05EEE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5210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2CFAA-07E8-43EB-8E0E-71D996D4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Agentic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4977C-B690-4D58-A833-67D78F8D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8FF"/>
                </a:solidFill>
                <a:latin typeface="Aptos"/>
                <a:ea typeface="Aptos"/>
                <a:cs typeface="Aptos"/>
              </a:rPr>
              <a:t>One orchestrator selects a specialist and keeps the learner record central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4BC40-D0CA-459F-B356-38864954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C6A11-C7A5-464F-8AA0-F097B5B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051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Learner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FD9BB-7973-4EF7-AB9D-C67B46B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0F437-4596-400C-95FE-9B5318DA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19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Orchestrator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78A5A-8CD7-4A6E-8AB4-7DF910C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Intent + profile + retrieved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947C4-B7FF-426E-8E2E-8757DE42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7D79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39790-5280-4FBE-804B-422F3FAA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712DE-639B-405E-9A99-78BE5715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A03CC-59B3-40F0-991E-025B03D9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Quiz Master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26652-1EC0-41DF-9AD2-BC599606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351BB-48A3-4C60-930E-A5F2BA33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Career 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97EF6-D687-414D-8579-EA91C5BC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FF784-EF21-4451-99B9-9FA65925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79D6C-8C4B-494E-9F35-0226B1C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EF839-67A2-4650-8776-0C947973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30564-86A9-4A9D-8D9B-697EE76C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243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3866"/>
          </a:solidFill>
          <a:ln xmlns:a="http://schemas.openxmlformats.org/drawingml/2006/main" w="9525">
            <a:solidFill>
              <a:srgbClr val="5E78B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0CEC7-B6D8-4623-8249-19C3E03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14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92893-19B3-4004-A81E-B91C92F4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95600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6E045-9C65-4130-AAE2-046308B0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956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4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8BACE-19D5-4AB0-82EC-EB2B867D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React interface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C76B2-6DE6-438D-8F16-9AC2C7E1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FastAPI + JWT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A2D5C-2D8A-49A2-A663-36092D06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SQL database + ChromaDB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D5ACC-EB77-4A0C-B92F-1287227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2E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5000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714AC-32A9-463B-A5C1-B669328C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Personalization uses learner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BA8FE-7C46-4E62-A4F4-C2F05D0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Each cycle changes the next recommendation instead of resetting the learner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17191-5136-42B3-9824-0E32DCC0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00FDC-5FAA-4076-8359-D18D2D79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D3E40-A48C-4D45-B66A-47EFD6D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8F7F5-67C0-40F3-AF6E-0B1F7AC1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BD7E1-7D2A-4D12-A13A-5B2F382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Career goal and prior skills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33783-04A6-4368-87C1-7B51F321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E0B7E-D848-45B2-B31C-CD49B8F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4C475-7D0B-4A56-B6D8-D8A4B6E4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4BC4A-96E0-4938-BBA3-DCEFFD92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C33ED-5516-4D69-9752-1108FC96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Assessment and quiz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BB24B-9414-4887-8552-DB02BE96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71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8825F-D0B2-4659-B458-A52194D7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973F6-5B32-4B17-9907-5362DDC6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38837-4F97-43CB-9049-0F922AAA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Adapt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B61D5-C259-4E96-871F-CAD48F5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Weak topics and difficulty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DE769-24B3-4470-820D-0804630A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717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54F38-89CB-4CB9-8167-BF2B6934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907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C8D4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2D02E-99AA-4051-AB94-3B62802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52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3FA34-DF87-4EE3-AA18-6ED2A7C9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14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F3BA4-5979-4606-87CF-4A35CB96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242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Roadmap and project priority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D3237-4361-4373-83AA-9C74ABAB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33875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033"/>
                </a:solidFill>
                <a:latin typeface="Aptos"/>
                <a:ea typeface="Aptos"/>
                <a:cs typeface="Aptos"/>
              </a:rPr>
              <a:t>The backend owns scores, unlocking, progress, and history. This prevents the interface from fabricating learner state.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C4FAD-65A3-49E7-AFC3-6AEE8936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924E1-426B-430B-8C81-28C8A852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1521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B4A7BC-87E0-4B5D-9579-B9F1A09F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Lean Canvas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E5D96-9281-4447-A20D-EB37D76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project can start as a student pilot and expand only after learning outcomes are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6258B-434D-4126-87B3-0972C32B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0BC59-20DD-4026-B04F-D9F246B9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DFE86-339A-46FE-9E16-DDF0247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Scattered resources, static paths, weak accountability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80EBD-1C5F-4300-9010-A470FA96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756E5-13DA-4E5D-BF06-7187C05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CBFF3-BA09-4D37-A806-330F8D36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College students, AI learners, institutions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47F3A-14A3-4451-B6C8-AE4167E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75C19-B2EF-49B7-A4CC-C3511EBD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61E36-47D9-4086-B17D-1E179F18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One evidence trail across learning and career preparation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167F4-CEB1-473E-A091-D90BCEF8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86A6C-62AD-4B04-B0C8-B08233E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Roadmaps, tutor, adaptive quizzes, projects, reminders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9DBAB-A20A-41CF-8298-C1C517D6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90875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387AD-D1F6-48AE-95CE-20FC6D91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F7595-9637-4889-8858-BA94EA1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718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College pilots, SkillsBuild communities, web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B8A0A-3F12-4648-ABB6-A742917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90875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EDBAE-4D7C-45BE-9048-6BDB495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90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5AAF0-AEA0-4D51-908B-C7A4E0CF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718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Completion, quiz improvement, active days, projects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7AD7B-43A4-4A28-AE7E-93EA4B28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Costs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6663D-7391-4EE1-BCA9-F4226A8F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Models, storage, hosting, validation, product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3CD8F-BECD-4FE2-BBF3-8BF109CC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7200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CD9F77-9968-49E8-A765-A9C221D7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8B71E-43FC-4194-8A38-26EA7F0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Freemium, premium mentor, institutional licenses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9BE5B-DC07-4834-8CB7-4457FA6C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72000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22EAC-0C5F-4231-A5B7-03AAE016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Advantage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610BF-69AD-4340-800C-554DF2A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Working agentic MVP with grounded local retrieval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E3D304-582C-41E6-AF4D-C4DE0F7D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875A5-5FD1-4327-B379-879270BC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9955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C22DF-20DF-486C-BD00-EC9F925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Prototype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6E0A8-4F92-484B-838E-B1BA0F0D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Automated and browser checks cover the complete local learner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D752B-0233-46DB-8ED0-B3F24F9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605B4-E885-4C61-BA7A-F0BB8EC8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F62FE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0F62FE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6AD13-94CE-4313-B6D3-346EA0BD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backend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7A5CA-429D-4417-8F46-959F8575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AD918-778C-4110-B15C-A27765B0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579"/>
                </a:solidFill>
                <a:latin typeface="Aptos"/>
                <a:ea typeface="Aptos"/>
                <a:cs typeface="Aptos"/>
              </a:rPr>
              <a:t>frontend unit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A923B-B176-42F2-A84B-561B0443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47850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DAAEB-E900-465A-8F3D-26C0BE18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Lint, TypeScript, and production build passed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Authenticated API smoke test passed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Grounded Tutor retrieval passed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182033"/>
                </a:solidFill>
                <a:latin typeface="Aptos"/>
                <a:ea typeface="Aptos"/>
                <a:cs typeface="Aptos"/>
              </a:rPr>
              <a:t>Browser login, dashboard, and mentor flow 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ABD4C-52D2-42BC-B972-5DC5178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565E9-41DD-4417-A0F9-A075E8A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A6605-08A1-41E8-BB6E-901600B0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76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F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F47"/>
                </a:solidFill>
                <a:latin typeface="Aptos"/>
                <a:ea typeface="Aptos"/>
                <a:cs typeface="Aptos"/>
              </a:rPr>
              <a:t>Login   Assessment   Roadmap   Ask Tutor   Adaptive Quiz   Career and Projects  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74056-F5AB-4757-AD15-BCB9E6B3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579"/>
                </a:solidFill>
                <a:latin typeface="Aptos"/>
                <a:ea typeface="Aptos"/>
                <a:cs typeface="Aptos"/>
              </a:rPr>
              <a:t>The demo provider keeps every core flow available offline. Live model mode remains optional.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80E10-EC9A-49C0-A0B9-BD8BD98D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Mentora AI | IBM SkillsBuild internship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3AA14-A495-4C0C-9DDF-673A7451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592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83D7F-81FF-4D05-AA1A-C93BBA05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Impact measures and responsible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BA7AB-90B8-4D17-B3EA-4FD21409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8FF"/>
                </a:solidFill>
                <a:latin typeface="Aptos"/>
                <a:ea typeface="Aptos"/>
                <a:cs typeface="Aptos"/>
              </a:rPr>
              <a:t>A pilot should measure learning outcomes before expanding delivery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71136-9ECE-4575-8E3D-F0230D75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DB5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DB5FF"/>
                </a:solidFill>
                <a:latin typeface="Aptos"/>
                <a:ea typeface="Aptos"/>
                <a:cs typeface="Aptos"/>
              </a:rPr>
              <a:t>Pilot measures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2F1F3-412F-499A-BDC7-D31E8C6E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completion by learner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Quiz improvement by topic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learning days and streaks</a:t>
            </a:r>
          </a:p>
          <a:p xmlns:a="http://schemas.openxmlformats.org/drawingml/2006/main">
            <a:pPr marL="241300" indent="-1143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progress and learner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715B2-2F32-4A39-871E-03646A19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6212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8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E5206-23C8-4BF4-BB0D-260086C6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BE6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BE65"/>
                </a:solidFill>
                <a:latin typeface="Aptos"/>
                <a:ea typeface="Aptos"/>
                <a:cs typeface="Aptos"/>
              </a:rPr>
              <a:t>Current boundaries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058A5-91E6-4DD8-B5F4-E74060D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updates are curated, not live crawled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Reminders stay inside the application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model mode requires a configured key and evaluation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6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FFFFF"/>
                </a:solidFill>
                <a:latin typeface="Aptos"/>
                <a:ea typeface="Aptos"/>
                <a:cs typeface="Aptos"/>
              </a:rPr>
              <a:t>Mobile, LMS, payments, and marketplaces remain future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0436A-AFDF-404D-837C-A826D890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FD4FF"/>
                </a:solidFill>
                <a:latin typeface="Aptos"/>
                <a:ea typeface="Aptos"/>
                <a:cs typeface="Aptos"/>
              </a:rPr>
              <a:t>Mentora AI is an internship project, not an official IBM product.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03349-C5C0-4BB1-B258-9AC9B2B1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2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2E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0802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39AAB-C72B-4926-9F0E-DD2A2FF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1F47"/>
                </a:solidFill>
                <a:latin typeface="Aptos Display"/>
                <a:ea typeface="Aptos Display"/>
                <a:cs typeface="Aptos Display"/>
              </a:rPr>
              <a:t>Mentora AI demonstrates the complete local 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50249-82D8-4A9C-8910-F8773D19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A student can move from career goal to assessment, roadmap, grounded support, adaptive practice, project evidence, and measurable progress in one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50250-3D46-4970-B48B-DA13F8E6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C6F94-E805-40E6-892E-7C5C29B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62F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62FE"/>
                </a:solidFill>
                <a:latin typeface="Aptos"/>
                <a:ea typeface="Aptos"/>
                <a:cs typeface="Aptos"/>
              </a:rPr>
              <a:t>Next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583A9-6B03-4E7C-B6BC-13C0C7A5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033"/>
                </a:solidFill>
                <a:latin typeface="Aptos"/>
                <a:ea typeface="Aptos"/>
                <a:cs typeface="Aptos"/>
              </a:rPr>
              <a:t>Run a small student pilot, evaluate learning outcomes, and harden the platform before adding external messaging or institutional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3E5B-5479-48C3-A25C-89958834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7D79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1B7B1-BFCF-4586-BBB3-390F09E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581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81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6419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2026-10-08T09:47:29.0270000Z</dcterms:created>
  <dcterms:modified xsi:type="dcterms:W3CDTF">2026-10-08T09:47:29.0270000Z</dcterms:modified>
</coreProperties>
</file>